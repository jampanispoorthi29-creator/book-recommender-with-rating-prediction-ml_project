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vinaliveni05@gmail.com" userId="d678c09dc7debab3" providerId="LiveId" clId="{422A9F78-4F2A-41C0-8CDE-9C5CB52A3F41}"/>
    <pc:docChg chg="modSld">
      <pc:chgData name="pranavinaliveni05@gmail.com" userId="d678c09dc7debab3" providerId="LiveId" clId="{422A9F78-4F2A-41C0-8CDE-9C5CB52A3F41}" dt="2026-10-11T10:42:26.262" v="1" actId="1036"/>
      <pc:docMkLst>
        <pc:docMk/>
      </pc:docMkLst>
      <pc:sldChg chg="modSp mod">
        <pc:chgData name="pranavinaliveni05@gmail.com" userId="d678c09dc7debab3" providerId="LiveId" clId="{422A9F78-4F2A-41C0-8CDE-9C5CB52A3F41}" dt="2026-10-11T10:42:26.262" v="1" actId="1036"/>
        <pc:sldMkLst>
          <pc:docMk/>
          <pc:sldMk cId="0" sldId="256"/>
        </pc:sldMkLst>
        <pc:spChg chg="mod">
          <ac:chgData name="pranavinaliveni05@gmail.com" userId="d678c09dc7debab3" providerId="LiveId" clId="{422A9F78-4F2A-41C0-8CDE-9C5CB52A3F41}" dt="2026-10-11T10:42:26.262" v="1" actId="103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16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 seconds. Greet the panel, state the title, introduce the team and the guide. One line on the project: it predicts the rating a reader would give a book and recommends the Top-N books for that reader. Fill in the team names, guide name and date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to one slide. In a 10-12 minute review, spend the most time on literature survey, objectives and work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60-90 seconds. Start broad (recommender systems), end narrow (rating prediction + Top-N with SVD). Every number on this slide traces to the Book-Crossing dataset or to reference [10] on the last slide. Be ready to explain why rating 0 is not an explicit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 statement is ONE sentence. The panel's first question is who benefits: readers choosing among very large catalogues. The one number to remember is 99.9% sparsity in our filtered user-book matrix (13,030 users x 11,234 books).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read the table aloud. Describe the trend: most papers use collaborative filtering, matrix factorisation or SVD, evaluate with RMSE/MAE (some add Precision@K/Recall@K), and almost all report sparsity and cold-start as the unsolved limitation. All 15 papers were studied; the full list is on the References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key slide. Three gaps, each mapped to papers: (1) sparsity and cold-start [4][6][10], (2) prediction and ranking evaluated separately [2][3][13], (3) heavy models and no usable interface [5][14][15]. Then say where our project sits: a lightweight SVD model with joint evaluation and a working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map one-to-one to the final results: Objective 1 = prepared dataset, 2 = trained model, 3 = metric table, 4 = running app. Objectives 1, 3 (baseline) and 4 (prototype) already have working evidence; the model in Objective 2 is being improved.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 in under a minute. Name the input (three CSVs) and the output (Top-N books with predicted ratings) first. Our contribution is the core module plus the joint evaluation and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module per team member answers who did what: Module 1 data, Module 2 processing, Module 3 SVD model, Module 4 Streamlit app. Be ready to say why SVD was chosen over KNN: it handles very sparse matrices and scales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tools are open source. RAM note: the dense predicted-rating matrix is about 1.1 GB on disk, so 12 GB is comfortable. Add the GitHub repository link here before presenting - it is strong evidence of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honest about status. Working: data pipeline, SVD baseline, Streamlit prototype. The baseline error is high because TruncatedSVD treats unrated books as zero ratings, so predictions drift to the lower clip value. The fix (mean-centring / bias terms, tuning the number of factors, cosine-similarity hybrid) is the plan for Review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1 is where we are now. Remaining plan: improve the model (the main risk), add cosine similarity, and finish evaluation and report by the final review. Adjust the week numbers to your academic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introduce anything new. Restate the problem, the gap and the promise. The measurable targets are our own goals for the final review; the baseline numbers are from the current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15 papers from the literature survey are listed. Venue and volume details were available only for some entries in the survey document; complete the remaining IEEE fields (journal, volume, pages) from each paper's page before the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deck open on the architecture slide during questions - most panel questions point back to it. Likely questions: why is the baseline error high (zero-filled matrix), why SVD over KNN, and how will you improve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 UNIVERSITY  •  BACHUPALLY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B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 RECOMMENDER WITH RATING PREDICTION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69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Personalised Top-N book suggestions with predicted ratings, built on matrix factorisation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07985" y="3429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IN" dirty="0">
                <a:solidFill>
                  <a:schemeClr val="bg1"/>
                </a:solidFill>
              </a:rPr>
              <a:t>2520030514   Sai Pranavi </a:t>
            </a:r>
            <a:r>
              <a:rPr lang="en-IN" dirty="0" err="1">
                <a:solidFill>
                  <a:schemeClr val="bg1"/>
                </a:solidFill>
              </a:rPr>
              <a:t>Naliveni</a:t>
            </a:r>
            <a:r>
              <a:rPr lang="en-IN" dirty="0">
                <a:solidFill>
                  <a:schemeClr val="bg1"/>
                </a:solidFill>
              </a:rPr>
              <a:t>
2520030587   </a:t>
            </a:r>
            <a:r>
              <a:rPr lang="en-IN" dirty="0" err="1">
                <a:solidFill>
                  <a:schemeClr val="bg1"/>
                </a:solidFill>
              </a:rPr>
              <a:t>Jampani</a:t>
            </a:r>
            <a:r>
              <a:rPr lang="en-IN" dirty="0">
                <a:solidFill>
                  <a:schemeClr val="bg1"/>
                </a:solidFill>
              </a:rPr>
              <a:t> Sai Spoorthi</a:t>
            </a:r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Mr. </a:t>
            </a:r>
            <a:r>
              <a:rPr lang="en-US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Raghavendra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B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Designation, Department of CSE</a:t>
            </a:r>
            <a:endParaRPr lang="en-US" sz="1300" dirty="0"/>
          </a:p>
          <a:p>
            <a:pPr marL="0" indent="0">
              <a:buNone/>
            </a:pPr>
            <a:r>
              <a:rPr lang="en-US" sz="1800" dirty="0">
                <a:solidFill>
                  <a:srgbClr val="AEBB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KLH Bachupally Campus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C9BB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B.Tech II Year  |  Minor Project - Review 1  |  Academic Year 2026-27  |  Date: DD-MM-YYYY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Domain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Modules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 Completed / Demo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Timeline &amp; Review Plan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 &amp; Conclusion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domain?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Recommender systems are a machine-learning area that suggests items to users from their past behaviour. Book recommendation applies it to online bookstores and digital libraries, where readers must choose among thousands of titles.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it relevant today?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Book-Crossing dataset alone holds 1,149,780 ratings from 278,858 users on 271,360 books [10]. Collaborative filtering, matrix factorisation and SVD are among the most common approaches to this problem [1][6][10].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our project sit?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predict a user's rating for a book with SVD matrix factorisation and turn the predictions into Top-N personalised recommendations.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543800" y="3811026"/>
            <a:ext cx="39319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 distribution in Book-Crossing (0 = implicit, no explicit score given)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dataset facts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1,149,780 ratings in total; only 433,671 are explicit (1-10), with a mean rating of 7.6.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50" dirty="0"/>
          </a:p>
        </p:txBody>
      </p:sp>
      <p:pic>
        <p:nvPicPr>
          <p:cNvPr id="13" name="Picture 12" descr="c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640" y="1567320"/>
            <a:ext cx="4006240" cy="21837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 Popularity-based book recommenders fail to personalise because they ignore each reader's rating history, which leaves users unable to find suitable books or to know how they would rate them. 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Readers on online bookstores and digital libraries who must pick from 271,360+ titles [10] with no personal guidance.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Choice overload and poor matches: after filtering, 99.9% of the user-book rating matrix is empty, so average-rating lists miss individual taste.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open rating data exists, but surveyed work [2][3][13] treats rating prediction and Top-N ranking separately.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papers reviewed (2018-2026); the 5 most relevant are shown. S.No is the reference number on slide 14.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391644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 &amp;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 / Technique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Dataset /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 /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Davagdorj et al. (2019)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Matrix factorization approach for user rating prediction (Biased MF)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Book-rating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Model-based collaborative filtering predicts book ratings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Sparse user-book ratings reduce prediction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[6]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Ahmed (2023)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Book recommendation using collaborative filtering (KNN, SVD, MF)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Book-rating dataset; 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Compares memory-based and model-based CF using 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KNN predictions cluster near the average rating; SVD needs improvement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Tegetmeier et al. (2023/24)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 algorithms for collaborative book recommenders (KNN, MF with SGD)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Modified Book-Crossing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Matrix factorization beat KNN at predicting unknown ratings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Sparse interactions and limited book coverage hurt 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[10]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Ishak et al. (2025/26)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User-based CF, item-based CF and SVD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Book-Crossing: 1,149,780 ratings, 278,858 users, 271,360 books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Compares UBCF, IBCF and SVD using RMSE and 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MF needs tuning; large sparse data remains hard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[13]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Hasanah (2026)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Similarity-based CF: rank-based, user-user, item-item and MF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433,671 ratings, 78,805 users, 185,973 books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Compares methods with RMSE, Precision@K, Recall@K and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Sparse data; prediction and ranking objectives differ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limitation across the surveyed papers: data sparsity and cold-start - our research gap is built from this column.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work does not handle sparse user-book data well - cold-start users and books with few ratings still hurt accuracy [4][6][10].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existing work evaluates rating prediction and Top-N ranking together - studies optimise one objective at a time [2][3][13].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and graph-based models are costly to deploy [5][14][15], and few studies deliver a lightweight, usable interface.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lightweight SVD recommender that predicts ratings, ranks Top-N books and runs in a Streamlit app.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B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Closes Gap 2 and Gap 3; reduces Gap 1 by keeping only users and books with 5 or more ratings.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gap above is taken from the Limitation column of the literature survey: [2], [3], [4], [5], [6], [10], [13], [14], [15].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objectives, each demonstrable by the final review.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collect / prepare </a:t>
            </a: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Book-Crossing data (1,149,780 ratings) and keep explicit ratings from users and books with 5+ ratings (141,081 ratings).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&amp; implement </a:t>
            </a: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SVD matrix-factorisation model (20 latent factors) that predicts ratings, plus cosine similarity for similar-book suggestions.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evaluate </a:t>
            </a: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on an 80/20 split using MAE, RMSE, Precision@10 and Recall@10.</a:t>
            </a:r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deploy / demonstrate </a:t>
            </a: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Streamlit web app that takes a User ID and shows Top-N books with predicted ratings.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Tip: objectives and results match one-to-one - 1 Data, 2 Model, 3 Metrics, 4 App.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Books, Ratings, Users CSVs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(Book-Crossing)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Explicit ratings 1-10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&amp; books with 5+ ratings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80/20 train-test split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Sparse user-book matrix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Truncated SVD, 20 factors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Predicted rating matrix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Top-N books per User ID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predicted ratings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MAE, RMSE, P@10, R@10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85800" y="3749040"/>
            <a:ext cx="7040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flows through each arrow</a:t>
            </a:r>
            <a:endParaRPr lang="en-US" sz="1200" dirty="0"/>
          </a:p>
          <a:p>
            <a:pPr marL="0" indent="0" algn="l">
              <a:buNone/>
            </a:pPr>
            <a:r>
              <a:rPr lang="en-US" sz="1400" i="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to Pre-processing: raw CSVs (1,149,780 ratings)</a:t>
            </a:r>
            <a:endParaRPr lang="en-US" sz="1200" dirty="0"/>
          </a:p>
          <a:p>
            <a:pPr marL="0" indent="0" algn="l">
              <a:buNone/>
            </a:pPr>
            <a:r>
              <a:rPr lang="en-US" sz="1400" i="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Pre-processing to Core: 141,081 clean ratings as a 12,712 x 11,234 sparse matrix</a:t>
            </a:r>
            <a:endParaRPr lang="en-US" sz="1200" dirty="0"/>
          </a:p>
          <a:p>
            <a:pPr marL="0" indent="0" algn="l">
              <a:buNone/>
            </a:pPr>
            <a:r>
              <a:rPr lang="en-US" sz="1400" i="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to Output: user and book factors multiplied into predicted ratings (clipped to 1-10)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contribution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SVD model gives both predicted ratings and Top-N rankings, evaluated with four metrics and served through Streamlit.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Book-Crossing CSVs: Books, Ratings (1,149,780) and Users. Only explicit ratings (1-10) are used; random 80/20 train-test split with seed 42.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 duplicates, keep users and books with 5+ ratings (141,081 ratings), then build a sparse CSR user-book matrix of 12,712 x 11,234.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Truncated SVD with 20 latent factors; predictions are clipped to 1-10. Chosen for sparse data and speed [6][10]; cosine similarity is planned for similar books.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app: enter a User ID, choose N (1-20), view Top-N books with predicted ratings, model metrics and a CSV download.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8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Language: Python 3 (Google Colab runtime)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Libraries: Pandas, NumPy, SciPy, Scikit-learn, Matplotlib, Seaborn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 end: Streamlit web app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 end: Python with pickled model files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Database: CSV files (Books, Ratings, Users)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IDE: Google Colab / Jupyter Notebook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8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Processor: Intel i5 or above (Colab CPU used)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RAM: 8 GB minimum, 12 GB recommended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 / Cloud: Not required - Google Colab CPU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Sensors or devices: None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Deployment: Streamlit on localhost / Colab proxy (port 8501)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control: &lt; GitHub repository link &gt;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(15 papers)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7A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collection &amp; EDA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7A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Pre-processing pipeline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7A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Streamlit UI prototype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7A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 (SVD baseline)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1E7A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evaluation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b="1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b="1" dirty="0">
                <a:solidFill>
                  <a:srgbClr val="1E7A4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Completed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675120" y="48920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903720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on 80/20 split: MAE 6.76, RMSE 6.99, Precision@10 0.017, Recall@10 0.015. Unrated cells are zero-filled, so predictions collapse towards 1; next step is a mean-centred, bias-aware model.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5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6A0F694F-2A6C-D49E-992C-D261E573A62B}"/>
              </a:ext>
            </a:extLst>
          </p:cNvPr>
          <p:cNvSpPr/>
          <p:nvPr/>
        </p:nvSpPr>
        <p:spPr>
          <a:xfrm>
            <a:off x="754380" y="4514834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C5B9D2CB-9CFE-D645-E545-0036E4D89F99}"/>
              </a:ext>
            </a:extLst>
          </p:cNvPr>
          <p:cNvSpPr/>
          <p:nvPr/>
        </p:nvSpPr>
        <p:spPr>
          <a:xfrm>
            <a:off x="731520" y="5157465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45C78DD-456E-A547-1272-6E3DE5188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172" y="1646401"/>
            <a:ext cx="4700759" cy="26695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Title, abstract, team roles finalised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(15 papers), gap, objectives, SVD baseline and app prototype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Improved model, cosine-similarity hybrid, Top-N tuning, 60% implementation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demo, final metrics, report, paper draft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Filled circles = completed reviews (Review 0 and Review 1).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for the remaining weeks:  </a:t>
            </a: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 the zero-fill baseline with bias-aware / mean-centred SVD, tune latent factors, add cosine-similarity book matching, then re-evaluate all four metrics before Review 2.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working Streamlit app that predicts book ratings and gives Top-N recommendations for any User ID.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 below 2.0 and Precision@10 above 0.05 (baseline: RMSE 6.99, P@10 0.017)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Readers, online bookstores and libraries; can be deployed on Streamlit Cloud or a local server.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took up the problem of helping readers find suitable books in a huge, 99.9% sparse rating matrix. The literature shows existing studies evaluate rating prediction and ranking separately and struggle with sparsity [2][3][13]. By the final review our SVD-based system will predict ratings and deliver Top-N recommendations, evaluated with MAE, RMSE, Precision@10 and Recall@10 in a Streamlit app. Future scope: content-based features and deep or graph models for cold-start users.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style; numbered as in the literature survey (S.No) so every reference matches its table row.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680" y="1783080"/>
            <a:ext cx="10424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H. Alharthi, D. Inkpen and S. Szpakowicz, "A survey of book recommender systems," J. Intell. Inf. Syst., vol. 51, 2018.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K. Davagdorj, D. Li, K. H. Park and K. H. Ryu, "A matrix factorization approach for user rating prediction in book recommender system," 2019.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F. Bahiransyah, D. Nurjanah and R. Rismala, "Bayesian personalized ranking - matrix factorization untuk rekomendasi buku," 2018, doi: 10.34818/eoe.v5i3.7283.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Du et al., "Research on personalized book recommendation based on improved similarity calculation and data filling collaborative filtering algorithm," 2022.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 Dien et al., "An approach for learning resource recommendation using deep matrix factorization," 2022.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 M. Ahmed, "Book recommendation using collaborative filtering algorithm," Appl. Comput. Intell. Soft Comput., 2023, doi: 10.1155/2023/1514801.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 C. Tegetmeier, A. Johannssen and N. Chukhrova, "Artificial intelligence algorithms for collaborative book recommender systems," Ann. Data Sci., 2023, doi: 10.1007/s40745-023-00474-4.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 M. Attalariq and Z. K. A. Baizal, "Chatbot-based book recommender system using singular value decomposition," J. Inf. Syst. Res., 2023, doi: 10.47065/josh.v4i4.3817.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 R. Akbar, D. Richasdy and R. Dharayani, "Sistem rekomendasi buku dengan collaborative filtering menggunakan metode singular value decomposition (SVD)," 2023.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 I. Ishak, A. Yahya and Yusri, "Book recommendation system based on collaborative filtering: user-based, item-based, and singular value decomposition analysis," J. Syst. Comput. Eng., 2025/2026, doi: 10.61628/jsce.v6i4.2201.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 P. Luekhong and W. Chansanam, "Advancing book recommendation systems: a comparative analysis of collaborative filtering and matrix factorization algorithms," 2025, doi: 10.52783/jisem.v10i4s.492.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 A. Miriyala, P. Chikondra, S. Alwala and N. Anjum, "Book recommendation system using collaborative filtering," Int. J. Novel Res. Dev., 2025.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[13]  U. Hasanah, "Book recommendation system using similarity-based collaborative filtering approach," J. Inf. Syst. Artif. Intell., 2026, doi: 10.26486/jisai.v7i2.297.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[14]  Wan et al., "A recommendation approach based on heterogeneous network and dynamic knowledge graph," 2024.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4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[15]  Yang et al., "Graph convolutional recommendation system based on bilateral attention mechanism," 2024.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A416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15 surveyed papers are listed; the 5 shown on the literature survey slide are [2], [6], [7], [10] and [13].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  |  KL University, Bachupally Campus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A02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BD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Team: &lt; Names &gt;   |   Guide: &lt; Guide Name &gt;   |   Dept. of CSE, KLH Bachupally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3228</Words>
  <Application>Microsoft Office PowerPoint</Application>
  <PresentationFormat>Widescreen</PresentationFormat>
  <Paragraphs>299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 - Model Review Presentation</dc:title>
  <dc:subject>PptxGenJS Presentation</dc:subject>
  <dc:creator>Dept. of CSE, KLH Bachupally</dc:creator>
  <cp:lastModifiedBy>pranavinaliveni05@gmail.com</cp:lastModifiedBy>
  <cp:revision>4</cp:revision>
  <dcterms:created xsi:type="dcterms:W3CDTF">2026-09-16T05:47:29Z</dcterms:created>
  <dcterms:modified xsi:type="dcterms:W3CDTF">2026-10-11T10:42:29Z</dcterms:modified>
</cp:coreProperties>
</file>